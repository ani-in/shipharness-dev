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of 72 | Opening | 0.5 min</a:t>
            </a:r>
          </a:p>
          <a:p/>
          <a:p>
            <a:r>
              <a:t>Welcome. Tonight you see each harness piece at work on a real feature, the results of the course's</a:t>
            </a:r>
          </a:p>
          <a:p>
            <a:r>
              <a:t>own measurements before class, and one live A/B at the end. Everything you see is in the course</a:t>
            </a:r>
          </a:p>
          <a:p>
            <a:r>
              <a:t>repository.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title and first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of 72 | Opening | 2.5 min</a:t>
            </a:r>
          </a:p>
          <a:p/>
          <a:p>
            <a:r>
              <a:t>Read the four failures. Then say: "In the course pilot no bare-arm F1 run shipped a new</a:t>
            </a:r>
          </a:p>
          <a:p>
            <a:r>
              <a:t>tenant-isolation violation, so there is no recorded screenshot of one to show. We come back to what</a:t>
            </a:r>
          </a:p>
          <a:p>
            <a:r>
              <a:t>that means at the end." Pilot facts: F1 bare arm, 0 new R1 violations in run 2 (A/Bs</a:t>
            </a:r>
          </a:p>
          <a:p>
            <a:r>
              <a:t>ab-20261016-181736-a07558, ab-20261016-183644-0036f0, ab-20261016-185628-37483b), run 3, run 4, the</a:t>
            </a:r>
          </a:p>
          <a:p>
            <a:r>
              <a:t>live console check (ab-20261016-210339-909651), and the class-profile round</a:t>
            </a:r>
          </a:p>
          <a:p>
            <a:r>
              <a:t>(ab-20261017-084558-0356a0).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of 72 | Opening | 2 min</a:t>
            </a:r>
          </a:p>
          <a:p/>
          <a:p>
            <a:r>
              <a:t>One cited line per cause. Cause 3 (agents copy existing patterns and can take actions that are hard</a:t>
            </a:r>
          </a:p>
          <a:p>
            <a:r>
              <a:t>to undo) has no single source that says both, so the four citations stand side by side and are not</a:t>
            </a:r>
          </a:p>
          <a:p>
            <a:r>
              <a:t>merged. Cause 4: the visible suite passes while held-out tests that compose features fail (B13).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§2;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of 72 | Opening | 2 min</a:t>
            </a:r>
          </a:p>
          <a:p/>
          <a:p>
            <a:r>
              <a:t>A3's sentence goes on: "and those assumptions are worth stress testing" (F-a-124). A1 never defines</a:t>
            </a:r>
          </a:p>
          <a:p>
            <a:r>
              <a:t>"harness engineering"; no definition is attributed to A1. The thick borders and the word "now" mark</a:t>
            </a:r>
          </a:p>
          <a:p>
            <a:r>
              <a:t>all four parts and the sandbox. The section names S1 to S4 and the phrase "keep what earns its</a:t>
            </a:r>
          </a:p>
          <a:p>
            <a:r>
              <a:t>place" are course framing, not source terms.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§3; REFERENCES.md (A1 F-a-02; A3 F-a-124, F-a-69).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of 72 | Opening | 1.5 min</a:t>
            </a:r>
          </a:p>
          <a:p/>
          <a:p>
            <a:r>
              <a:t>The code shows both arms running at the same time and each judged by the same referee as soon as it</a:t>
            </a:r>
          </a:p>
          <a:p>
            <a:r>
              <a:t>finishes; the finally block is folded. `Opening:publish` is shown in the editor only. TeamTrack size</a:t>
            </a:r>
          </a:p>
          <a:p>
            <a:r>
              <a:t>as counted at M3 (OpenAPI operations, visible tests).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§5, §9, §11; anchor Opening:two_arms.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of 72 | Opening | 1 min</a:t>
            </a:r>
          </a:p>
          <a:p/>
          <a:p>
            <a:r>
              <a:t>The bare arm gets every rule in docs/HANDBOOK.md; nothing is withheld. A section's A/B tests the</a:t>
            </a:r>
          </a:p>
          <a:p>
            <a:r>
              <a:t>harness so far against the bare arm; only taking one piece out tests that piece. A3's full sentence:</a:t>
            </a:r>
          </a:p>
          <a:p>
            <a:r>
              <a:t>"removing one component at a time and reviewing what impact it had on the final result." (F-a-125)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§4, §10 (primary measures); teamtrack/docs/HANDBOOK.md (R1-R7); datasets/README.md.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of 72 | Opening | 0.5 min</a:t>
            </a:r>
          </a:p>
          <a:p/>
          <a:p>
            <a:r>
              <a:t>Run both live. The assessment is read-only and makes no model calls. `make warm` ran before class:</a:t>
            </a:r>
          </a:p>
          <a:p>
            <a:r>
              <a:t>it builds the images if their source changed, pages each image in, and caches the referee and gate</a:t>
            </a:r>
          </a:p>
          <a:p>
            <a:r>
              <a:t>baselines, so the first launch does not pay for startup.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Makefile `doctor`, `warm`; skills/harness-setup/scripts/assess.py.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of 72 | S1 Instructions | 3 min</a:t>
            </a:r>
          </a:p>
          <a:p/>
          <a:p>
            <a:r>
              <a:t>The answer comes on slide 20. The 7 runs: pilot run 3 (effort medium), run 4 (effort low), and the</a:t>
            </a:r>
          </a:p>
          <a:p>
            <a:r>
              <a:t>class-profile round, all on the F1 trap ticket (trap-legacy-pattern).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submodules/01-instructions/demo/README.md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of 72 | S1 Instructions | 2 min</a:t>
            </a:r>
          </a:p>
          <a:p/>
          <a:p>
            <a:r>
              <a:t>Reload the console's run list and open the newest run; stay on screen 1 while the container starts.</a:t>
            </a:r>
          </a:p>
          <a:p>
            <a:r>
              <a:t>Why no live A/B here: the pilot showed no gap on F1 (slide 20), so the class shows the layer at work</a:t>
            </a:r>
          </a:p>
          <a:p>
            <a:r>
              <a:t>instead, plus one real run replayed and one constructed example.</a:t>
            </a:r>
          </a:p>
          <a:p/>
          <a:p>
            <a:r>
              <a:t>Timing reference: in the class-profile round (2026-10-17, A/B ab-20261017-084558-0356a0, class</a:t>
            </a:r>
          </a:p>
          <a:p>
            <a:r>
              <a:t>profile: effort low, Fast tier, 2 CPUs per container, early primary verdict), the harness arm's</a:t>
            </a:r>
          </a:p>
          <a:p>
            <a:r>
              <a:t>primary verdict came 114 s after launch and its full verdict 324 s after launch.</a:t>
            </a:r>
          </a:p>
          <a:p>
            <a:r>
              <a:t>[[CAPTURE: wall time of make show-1 on the class host, launch to the primary verdict and to the full verdict | how: make show-1]]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Makefile `show-1`; README.md §10; teamtrack/reference/f1/task.toml.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of 72 | S1 Instructions | 1.5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(F-a-124). Today's question: does it hold for this model on this ticket?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S1 learning objectives (course design); README.md §10 (legacy GET /v1/issues).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of 72 | S1 Instructions | 2 min</a:t>
            </a:r>
          </a:p>
          <a:p/>
          <a:p>
            <a:r>
              <a:t>Both arms get every rule. The question is not whether the rule exists but whether the agent applies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teamtrack/docs/HANDBOOK.md (R1); README.md §4; teamtrack/docs/features/f1.md.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of 72 | S1 Instructions | 2.5 min</a:t>
            </a:r>
          </a:p>
          <a:p/>
          <a:p>
            <a:r>
              <a:t>Cause 1 from the opening, in A1's words. A handbook the agent never opens does not exist for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of 72 | S1 Instructions | 3 min</a:t>
            </a:r>
          </a:p>
          <a:p/>
          <a:p>
            <a:r>
              <a:t>TeamTrack's harness instructions follow this layout: teamtrack/harness/instructions/. The map points;</a:t>
            </a:r>
          </a:p>
          <a:p>
            <a:r>
              <a:t>the documents hold the rules.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teamtrack/harness/instructions/.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of 72 | S1 Instructions | 3 min</a:t>
            </a:r>
          </a:p>
          <a:p/>
          <a:p>
            <a:r>
              <a:t>Only tier 1 (name and description) sits in the context for every skill; the agent opens the rest</a:t>
            </a:r>
          </a:p>
          <a:p>
            <a:r>
              <a:t>when a task needs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A1, B1, B2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of 72 | S1 Instructions | 3 min</a:t>
            </a:r>
          </a:p>
          <a:p/>
          <a:p>
            <a:r>
              <a:t>The harness changes how knowledge is organised, not what the agent may know. A1's argument is a map</a:t>
            </a:r>
          </a:p>
          <a:p>
            <a:r>
              <a:t>against one giant instruction file (F-a-23, F-a-24). The course's bare arm has the rules in a</a:t>
            </a:r>
          </a:p>
          <a:p>
            <a:r>
              <a:t>handbook on disk, so the pilot did not test A1's comparison.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of 72 | S1 Instructions | 3 min</a:t>
            </a:r>
          </a:p>
          <a:p/>
          <a:p>
            <a:r>
              <a:t>The header and the first rows of the table. The house rules follow further down the same file.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S1:agents_md.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of 72 | S1 Instructions | 3.5 min</a:t>
            </a:r>
          </a:p>
          <a:p/>
          <a:p>
            <a:r>
              <a:t>Section minute 25 falls on this slide: check terminal B for the `Cost:` line of `make show-1` (the</a:t>
            </a:r>
          </a:p>
          <a:p>
            <a:r>
              <a:t>timing reference is in the notes of slide 9). Once it is there, start the replay for slide 19 in</a:t>
            </a:r>
          </a:p>
          <a:p>
            <a:r>
              <a:t>terminal B: `make replay RUN=ab-20261016-212252-aa1644`.</a:t>
            </a:r>
          </a:p>
          <a:p/>
          <a:p>
            <a:r>
              <a:t>Run sheet: docs/instructor-guide.md, Stage 4: S1 Instructions (0:10-1:00), "Check at section minute 25".</a:t>
            </a:r>
          </a:p>
          <a:p>
            <a:r>
              <a:t>Source: anchor S1:progressive.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of 72 | S1 Instructions | 3.5 min</a:t>
            </a:r>
          </a:p>
          <a:p/>
          <a:p>
            <a:r>
              <a:t>From `agents_md = ...` to `return`.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of 72 | S1 Instructions | 8 min</a:t>
            </a:r>
          </a:p>
          <a:p/>
          <a:p>
            <a:r>
              <a:t>Every screen of the replay shows RECORDING. Say: "The referee probes every endpoint as Acme with</a:t>
            </a:r>
          </a:p>
          <a:p>
            <a:r>
              <a:t>Globex ids and expects 404. It does not care which arm wrote the code, or whether the arm had a map."</a:t>
            </a:r>
          </a:p>
          <a:p>
            <a:r>
              <a:t>The replayed run: pilot run 3, F4, A/B ab-20261016-212252-aa1644, harness arm hidden tests 27 of 69</a:t>
            </a:r>
          </a:p>
          <a:p>
            <a:r>
              <a:t>and 3 new R1 violations. If the replay's referee is still running, walk through screens 1 and 3 first.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README.md §11; Makefile `show-1`, `replay`.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of 72 | S1 Instructions | 7 min</a:t>
            </a:r>
          </a:p>
          <a:p/>
          <a:p>
            <a:r>
              <a:t>The 7 runs per arm: run 3, effort medium (A/Bs ab-20261016-211419-07937b, ab-20261016-212745-2c14fb,</a:t>
            </a:r>
          </a:p>
          <a:p>
            <a:r>
              <a:t>ab-20261016-214636-c8b3c4); run 4, effort low (ab-20261016-232842-b372c2, ab-20261016-233807-3f34fa,</a:t>
            </a:r>
          </a:p>
          <a:p>
            <a:r>
              <a:t>ab-20261016-234639-4a18bd); class-profile round (ab-20261017-084558-0356a0). Run 2 on the canonical</a:t>
            </a:r>
          </a:p>
          <a:p>
            <a:r>
              <a:t>ticket gave the same, 0 of 3 per arm. "Post hoc" means chosen after the results were known:</a:t>
            </a:r>
          </a:p>
          <a:p>
            <a:r>
              <a:t>descriptive, never a test; the 10 runs per arm are run 2, the live console check, run 3, and run 4.</a:t>
            </a:r>
          </a:p>
          <a:p>
            <a:r>
              <a:t>[[CAPTURE: what make example-1 shows on each console screen, and its wall time | how: make example-1]]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course pilot runs 2-4 and class-profile round (A/B ids above); submodules/01-instructions/concepts.md (third tool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of 72 | S1 Instructions | 5 min</a:t>
            </a:r>
          </a:p>
          <a:p/>
          <a:p>
            <a:r>
              <a:t>Tie the discussion back to A1, F-a-05, and to A3, F-a-124.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of 72 | S2 State and session lifecycle | 3 min</a:t>
            </a:r>
          </a:p>
          <a:p/>
          <a:p>
            <a:r>
              <a:t>The answer comes on slide 33. The 7 A/Bs: pilot run 3, run 4, and the class-profile round, F2</a:t>
            </a:r>
          </a:p>
          <a:p>
            <a:r>
              <a:t>canonical with a 12-turn first session and a 38-turn second session.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submodules/02-state-lifecycle/demo/README.md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of 72 | S2 State and session lifecycle | 2 min</a:t>
            </a:r>
          </a:p>
          <a:p/>
          <a:p>
            <a:r>
              <a:t>Continuity failure, the primary measure: R7 fails, a second migration creates the same table, or 30%</a:t>
            </a:r>
          </a:p>
          <a:p>
            <a:r>
              <a:t>or more of session 1's added lines are removed in session 2.</a:t>
            </a:r>
          </a:p>
          <a:p/>
          <a:p>
            <a:r>
              <a:t>Timing reference: in the class-profile round (A/B ab-20261017-085139-7c0661), the harness arm's</a:t>
            </a:r>
          </a:p>
          <a:p>
            <a:r>
              <a:t>primary verdict came 358 s after launch and its full verdict 533 s after launch.</a:t>
            </a:r>
          </a:p>
          <a:p>
            <a:r>
              <a:t>[[CAPTURE: wall time of make show-2 on the class host, launch to the primary verdict and to the full verdict | how: make show-2 SESSION_BUDGET=12,38]]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Makefile `show-2`; README.md §10; teamtrack/reference/f2/task.toml.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of 72 | S2 State and session lifecycle | 2 min</a:t>
            </a:r>
          </a:p>
          <a:p/>
          <a:p>
            <a:r>
              <a:t>The first three bullets are the section's objectives (course design). A2 states the problem</a:t>
            </a:r>
          </a:p>
          <a:p>
            <a:r>
              <a:t>(F-a-08); the one-line assumption is the course's wording.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S2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of 72 | S2 State and session lifecycle | 2.5 min</a:t>
            </a:r>
          </a:p>
          <a:p/>
          <a:p>
            <a:r>
              <a:t>Cause 2 from the opening.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26 of 72 | S2 State and session lifecycle | 3.5 min</a:t>
            </a:r>
          </a:p>
          <a:p/>
          <a:p>
            <a:r>
              <a:t>A2's two agents differ only by their first prompt (F-a-52). In the course, the harness writes the</a:t>
            </a:r>
          </a:p>
          <a:p>
            <a:r>
              <a:t>initial files itself.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REFERENCES.md; docs/architecture.md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27 of 72 | S2 State and session lifecycle | 3 min</a:t>
            </a:r>
          </a:p>
          <a:p/>
          <a:p>
            <a:r>
              <a:t>"Getting up to speed" is A2's own name for the routine.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28 of 72 | S2 State and session lifecycle | 4 min</a:t>
            </a:r>
          </a:p>
          <a:p/>
          <a:p>
            <a:r>
              <a:t>Say: "This stop is the session turn budget, the same for both arms. A3 calls the pattern a context</a:t>
            </a:r>
          </a:p>
          <a:p>
            <a:r>
              <a:t>reset with a structured handoff (A3, F-a-65). A piece that answers a model's weakness is kept only</a:t>
            </a:r>
          </a:p>
          <a:p>
            <a:r>
              <a:t>while the weakness is there."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A1, A3, A7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29 of 72 | S2 State and session lifecycle | 3 min</a:t>
            </a:r>
          </a:p>
          <a:p/>
          <a:p>
            <a:r>
              <a:t>From `echo "== migrations` to the pytest line.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30 of 72 | S2 State and session lifecycle | 4 min</a:t>
            </a:r>
          </a:p>
          <a:p/>
          <a:p>
            <a:r>
              <a:t>Section minute 25 falls on this slide: check terminal B for the `Cost:` line of `make show-2` (the</a:t>
            </a:r>
          </a:p>
          <a:p>
            <a:r>
              <a:t>timing reference is in the notes of slide 23). Once it is there, start the replay for slide 32 in</a:t>
            </a:r>
          </a:p>
          <a:p>
            <a:r>
              <a:t>terminal B: `make replay RUN=ab-20261016-213317-9a0ec1`.</a:t>
            </a:r>
          </a:p>
          <a:p/>
          <a:p>
            <a:r>
              <a:t>Run sheet: docs/instructor-guide.md, Stage 5: S2 State and session lifecycle (1:00-1:50), "Check at section minute 25".</a:t>
            </a:r>
          </a:p>
          <a:p>
            <a:r>
              <a:t>Source: anchor S2:stop_resume.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31 of 72 | S2 State and session lifecycle | 3 min</a:t>
            </a:r>
          </a:p>
          <a:p/>
          <a:p>
            <a:r>
              <a:t>The next session reads this line during Getting up to speed.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32 of 72 | S2 State and session lifecycle | 8 min</a:t>
            </a:r>
          </a:p>
          <a:p/>
          <a:p>
            <a:r>
              <a:t>The replayed run: pilot run 3, F2, A/B ab-20261016-213317-9a0ec1, harness arm hidden tests 3 of 56.</a:t>
            </a:r>
          </a:p>
          <a:p>
            <a:r>
              <a:t>The same early finish happened in ab-20261016-214959-de790f (run 3) and, in run 4 (effort low), in</a:t>
            </a:r>
          </a:p>
          <a:p>
            <a:r>
              <a:t>the bare arm of all three A/Bs and in one harness arm. The fix is a bug fix that applies to both arms;</a:t>
            </a:r>
          </a:p>
          <a:p>
            <a:r>
              <a:t>the class-profile round ran with it. Follow-up question: which file did session 2 read first, and did</a:t>
            </a:r>
          </a:p>
          <a:p>
            <a:r>
              <a:t>it change what that session did next?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README.md §11; Makefile `show-2`, `replay`.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33 of 72 | S2 State and session lifecycle | 7 min</a:t>
            </a:r>
          </a:p>
          <a:p/>
          <a:p>
            <a:r>
              <a:t>The 7 A/Bs: run 3 (ab-20261016-211419-dfe06f, ab-20261016-213317-9a0ec1, ab-20261016-214959-de790f),</a:t>
            </a:r>
          </a:p>
          <a:p>
            <a:r>
              <a:t>run 4 (ab-20261016-232842-ac03b2, ab-20261016-234027-226a76, ab-20261016-235211-ea59a9), class-profile</a:t>
            </a:r>
          </a:p>
          <a:p>
            <a:r>
              <a:t>round (ab-20261017-085139-7c0661). Built nothing (3 of 56 hidden tests): run 3 harness in</a:t>
            </a:r>
          </a:p>
          <a:p>
            <a:r>
              <a:t>ab-20261016-213317-9a0ec1 and ab-20261016-214959-de790f; run 4 bare in all three A/Bs and harness in</a:t>
            </a:r>
          </a:p>
          <a:p>
            <a:r>
              <a:t>ab-20261016-234027-226a76. The `git status` call: run 2, A/B ab-20261016-181736-08a9c4, run</a:t>
            </a:r>
          </a:p>
          <a:p>
            <a:r>
              <a:t>r-20261016-181736-a05ddb. Post hoc rows: runs 2-4, 9 runs per arm.</a:t>
            </a:r>
          </a:p>
          <a:p/>
          <a:p>
            <a:r>
              <a:t>The leave-one-layer-out bars were planned for the course's larger experiment batch (M8), which was not</a:t>
            </a:r>
          </a:p>
          <a:p>
            <a:r>
              <a:t>run because the pre-registered pilot gate did not pass.</a:t>
            </a:r>
          </a:p>
          <a:p>
            <a:r>
              <a:t>[[CAPTURE: what make example-2 shows on each console screen, and its wall time | how: make example-2]]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course pilot runs 2-4 and class-profile round (A/B ids above); submodules/02-state-lifecycle/concepts.md (git status).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34 of 72 | S2 State and session lifecycle | 5 min</a:t>
            </a:r>
          </a:p>
          <a:p/>
          <a:p>
            <a:r>
              <a:t>`make show-3` launches right after the S3 poll; nothing needs to run over the break.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35 of 72 | Break | 10 min</a:t>
            </a:r>
          </a:p>
          <a:p/>
          <a:p>
            <a:r>
              <a:t>Write the return time on the slide.</a:t>
            </a:r>
          </a:p>
          <a:p/>
          <a:p>
            <a:r>
              <a:t>Run sheet: docs/instructor-guide.md, Schedule (240 minutes).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36 of 72 | S3 Scope and sandbox | 3 min</a:t>
            </a:r>
          </a:p>
          <a:p/>
          <a:p>
            <a:r>
              <a:t>The answer comes on slide 47. The 7 runs: pilot run 3, run 4, and the class-profile round, on the F3</a:t>
            </a:r>
          </a:p>
          <a:p>
            <a:r>
              <a:t>trap ticket with the tempting shared middleware (trap-tempting-middleware).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submodules/03-scope-sandbox/demo/README.md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37 of 72 | S3 Scope and sandbox | 2 min</a:t>
            </a:r>
          </a:p>
          <a:p/>
          <a:p>
            <a:r>
              <a:t>Timing reference: in the class-profile round (A/B ab-20261017-090051-91f837), the harness arm's</a:t>
            </a:r>
          </a:p>
          <a:p>
            <a:r>
              <a:t>primary verdict came 317 s after launch and its full verdict 481 s after launch.</a:t>
            </a:r>
          </a:p>
          <a:p>
            <a:r>
              <a:t>[[CAPTURE: wall time of make show-3 on the class host, launch to the primary verdict and to the full verdict | how: make show-3]]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Makefile `show-3`; README.md §10; docs/architecture.md §2; teamtrack/reference/f3/task.toml.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38 of 72 | S3 Scope and sandbox | 2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wording; no single source sentence states the cause, so slide 39 shows its sources side by</a:t>
            </a:r>
          </a:p>
          <a:p>
            <a:r>
              <a:t>side.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S3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39 of 72 | S3 Scope and sandbox | 2.5 min</a:t>
            </a:r>
          </a:p>
          <a:p/>
          <a:p>
            <a:r>
              <a:t>Four citations side by side, not merged: no single source states cause 3.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README.md §2 (cause 3);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40 of 72 | S3 Scope and sandbox | 3.5 min</a:t>
            </a:r>
          </a:p>
          <a:p/>
          <a:p>
            <a:r>
              <a:t>A2 lets the agent set `passes` (F-a-108); the course follows A3's separation of doer and judge</a:t>
            </a:r>
          </a:p>
          <a:p>
            <a:r>
              <a:t>(F-a-110). That choice is course design.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A2, A3,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41 of 72 | S3 Scope and sandbox | 3 min</a:t>
            </a:r>
          </a:p>
          <a:p/>
          <a:p>
            <a:r>
              <a:t>A1: "enforce boundaries centrally, allow autonomy locally." (F-a-98)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§5; A1, A2,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42 of 72 | S3 Scope and sandbox | 2 min</a:t>
            </a:r>
          </a:p>
          <a:p/>
          <a:p>
            <a:r>
              <a:t>The sandbox is highlighted on the diagram: one per arm, identical.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A4,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43 of 72 | S3 Scope and sandbox | 2 min</a:t>
            </a:r>
          </a:p>
          <a:p/>
          <a:p>
            <a:r>
              <a:t>Say: "The sandbox is the same for both arms. It is taught here, but it is never the variable."</a:t>
            </a:r>
          </a:p>
          <a:p>
            <a:r>
              <a:t>Detailed sandbox design is Module 2.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§2 (sandbox policy); submodules/03-scope-sandbox/concepts.md (sandbox_denied).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44 of 72 | S3 Scope and sandbox | 5 min</a:t>
            </a:r>
          </a:p>
          <a:p/>
          <a:p>
            <a:r>
              <a:t>Section minute 25 is the switch to slide 45: check terminal B for the `Cost:` line of `make show-3`</a:t>
            </a:r>
          </a:p>
          <a:p>
            <a:r>
              <a:t>(the timing reference is in the notes of slide 37). Once it is there, start the replay for slide 46</a:t>
            </a:r>
          </a:p>
          <a:p>
            <a:r>
              <a:t>in terminal B: `make replay RUN=ab-20261016-214151-ca9841`.</a:t>
            </a:r>
          </a:p>
          <a:p/>
          <a:p>
            <a:r>
              <a:t>Run sheet: docs/instructor-guide.md, Stage 6: S3 Scope and sandbox (2:00-2:50), "Check at section minute 25".</a:t>
            </a:r>
          </a:p>
          <a:p>
            <a:r>
              <a:t>Source: anchors S3:allowed_paths, S3:passes.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45 of 72 | S3 Scope and sandbox | 5 min</a:t>
            </a:r>
          </a:p>
          <a:p/>
          <a:p>
            <a:r>
              <a:t>Fields from `network` to `no_new_privileges`. Show `S3:run_args` and `S3:dockerfile` in the editor only.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anchors S3:policy, S3:run_args, S3:dockerfile.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46 of 72 | S3 Scope and sandbox | 8 min</a:t>
            </a:r>
          </a:p>
          <a:p/>
          <a:p>
            <a:r>
              <a:t>The replayed run: pilot run 3, F4, A/B ab-20261016-214151-ca9841. F4 runs all four layers, so the</a:t>
            </a:r>
          </a:p>
          <a:p>
            <a:r>
              <a:t>scope layer is in its harness arm. Follow-up: the harness arm cannot leave the allowed paths by</a:t>
            </a:r>
          </a:p>
          <a:p>
            <a:r>
              <a:t>construction. What would make you trust that it also shipped a working feature?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README.md §11; Makefile `show-3`, `replay`.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47 of 72 | S3 Scope and sandbox | 7 min</a:t>
            </a:r>
          </a:p>
          <a:p/>
          <a:p>
            <a:r>
              <a:t>The 7 A/Bs: run 3 (ab-20261016-212115-a361f5, ab-20261016-213624-d7eb13, ab-20261016-215443-f2c188),</a:t>
            </a:r>
          </a:p>
          <a:p>
            <a:r>
              <a:t>run 4 (ab-20261016-233517-2c9ea4, ab-20261016-234509-8b9bfa, ab-20261016-235305-723a0f),</a:t>
            </a:r>
          </a:p>
          <a:p>
            <a:r>
              <a:t>class-profile round (ab-20261017-090051-91f837). Post hoc F4 rows: runs 2 and 3 (6 runs per arm).</a:t>
            </a:r>
          </a:p>
          <a:p>
            <a:r>
              <a:t>On F2 the harness arms also stayed inside the allowed paths (0 of 9), but demo-2 has no scope layer,</a:t>
            </a:r>
          </a:p>
          <a:p>
            <a:r>
              <a:t>so that is not the scope layer's doing. Sandbox: no `sandbox_denied` event in any recorded pilot A/B</a:t>
            </a:r>
          </a:p>
          <a:p>
            <a:r>
              <a:t>(checked on 2026-10-17 with `grep -l sandbox_denied .shipharness/runs/*/events.jsonl`). If</a:t>
            </a:r>
          </a:p>
          <a:p>
            <a:r>
              <a:t>tonight's `make show-3` recorded one, show its reason code and command first.</a:t>
            </a:r>
          </a:p>
          <a:p>
            <a:r>
              <a:t>[[CAPTURE: what make example-3 shows on each console screen, and its wall time | how: make example-3]]</a:t>
            </a:r>
          </a:p>
          <a:p/>
          <a:p>
            <a:r>
              <a:t>Run sheet: docs/instructor-guide.md, Stage 6: S3 Scope and sandbox (2:00-2:50), sandbox moment.</a:t>
            </a:r>
          </a:p>
          <a:p>
            <a:r>
              <a:t>Source: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48 of 72 | S3 Scope and sandbox | 5 min</a:t>
            </a:r>
          </a:p>
          <a:p/>
          <a:p>
            <a:r>
              <a:t>Expected direction: register out-of-scope files as a measure for every section that runs the scope</a:t>
            </a:r>
          </a:p>
          <a:p>
            <a:r>
              <a:t>layer, and keep hidden tests passed and existing tests that keep passing next to it.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49 of 72 | S4 Verification | 3 min</a:t>
            </a:r>
          </a:p>
          <a:p/>
          <a:p>
            <a:r>
              <a:t>The answer comes on slide 62. The 4 A/Bs: pilot run 3 and the class-profile round. Hint after the</a:t>
            </a:r>
          </a:p>
          <a:p>
            <a:r>
              <a:t>vote: one referee mutant makes writes stop moving the version, which brings back lost updates. A</a:t>
            </a:r>
          </a:p>
          <a:p>
            <a:r>
              <a:t>shipped test catches it only if it checks that a write moves the ETag, or that a save with the old</a:t>
            </a:r>
          </a:p>
          <a:p>
            <a:r>
              <a:t>version gets 412.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50 of 72 | S4 Verification | 1 min</a:t>
            </a:r>
          </a:p>
          <a:p/>
          <a:p>
            <a:r>
              <a:t>Some hidden tests combine the new feature with an earlier one.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(final feature poll); final-project/README.md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51 of 72 | S4 Verification | 2 min</a:t>
            </a:r>
          </a:p>
          <a:p/>
          <a:p>
            <a:r>
              <a:t>`make final` runs its features one after another, so at most one A/B and one harness-in-action run</a:t>
            </a:r>
          </a:p>
          <a:p>
            <a:r>
              <a:t>are live at a time; the S4 replay starts in terminal B only after show-4 has finished.</a:t>
            </a:r>
          </a:p>
          <a:p>
            <a:r>
              <a:t>The class profile is identical for both arms: effort low, Fast tier, 2 CPUs per container, early</a:t>
            </a:r>
          </a:p>
          <a:p>
            <a:r>
              <a:t>primary verdict, five flakiness re-runs.</a:t>
            </a:r>
          </a:p>
          <a:p/>
          <a:p>
            <a:r>
              <a:t>Timing reference for show-4: in the class-profile round (A/B ab-20261017-090903-926c02, run alone),</a:t>
            </a:r>
          </a:p>
          <a:p>
            <a:r>
              <a:t>the harness arm's primary verdict came 811 s after launch and its full verdict 927 s after launch; it</a:t>
            </a:r>
          </a:p>
          <a:p>
            <a:r>
              <a:t>hit the agent time limit in the test phase.</a:t>
            </a:r>
          </a:p>
          <a:p>
            <a:r>
              <a:t>[[CAPTURE: wall time of make show-4 on the class host, launch to the primary verdict and to the full verdict | how: make show-4]]</a:t>
            </a:r>
          </a:p>
          <a:p/>
          <a:p>
            <a:r>
              <a:t>The final A/B must be finished by 3:40, when slide 64 opens the final block; with two features</a:t>
            </a:r>
          </a:p>
          <a:p>
            <a:r>
              <a:t>`make final` runs them one after another.</a:t>
            </a:r>
          </a:p>
          <a:p>
            <a:r>
              <a:t>[[CAPTURE: wall time of make final FEATURES=F5 on the class host, launch to each arm's primary verdict and full verdict | how: make final FEATURES=F5]]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README.md §10, §13; Makefile `show-4`, `final`; teamtrack/reference/f4/task.toml; teamtrack/mutants/features/f4.jsonl.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52 of 72 | S4 Verification | 1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(F-a-15) and A4 (F-a-17).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S4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53 of 72 | S4 Verification | 2.5 min</a:t>
            </a:r>
          </a:p>
          <a:p/>
          <a:p>
            <a:r>
              <a:t>Cause 4 from the opening.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A3, A4, B13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54 of 72 | S4 Verification | 3 min</a:t>
            </a:r>
          </a:p>
          <a:p/>
          <a:p>
            <a:r>
              <a:t>Say at the filter table: "Filters 1 to 3 are TestGen-LLM's; 4 and 5 are course filters." TestGen-LLM</a:t>
            </a:r>
          </a:p>
          <a:p>
            <a:r>
              <a:t>reports its evaluation funnel over 86 test classes (F-b-23). The referee's flakiness check runs each</a:t>
            </a:r>
          </a:p>
          <a:p>
            <a:r>
              <a:t>shipped test five times since 2026-10-17 (it was ten before), for both arms.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§3.3; B11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55 of 72 | S4 Verification | 3 min</a:t>
            </a:r>
          </a:p>
          <a:p/>
          <a:p>
            <a:r>
              <a:t>The referee-set mutants were never visible to the filters.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§3.4; B12, B13, B14 in REFERENCES.md; counts in submodules/04-verification/post-class-reading/04-held-out-tests-specbench.md.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56 of 72 | S4 Verification | 3 min</a:t>
            </a:r>
          </a:p>
          <a:p/>
          <a:p>
            <a:r>
              <a:t>A3: separating the agent doing the work from the agent judging it is "a strong lever" (F-a-110), but</a:t>
            </a:r>
          </a:p>
          <a:p>
            <a:r>
              <a:t>the evaluator is still inclined to be generous (F-a-112). The F-a-123 sentence starts: "The practical</a:t>
            </a:r>
          </a:p>
          <a:p>
            <a:r>
              <a:t>implication is that the evaluator is not a fixed yes-or-no decision."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docs/architecture.md §5, §6; A2, A3, A4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57 of 72 | S4 Verification | 1.5 min</a:t>
            </a:r>
          </a:p>
          <a:p/>
          <a:p>
            <a:r>
              <a:t>The course planned a leave-one-layer-out batch for all four layers (M8). It was not run because the</a:t>
            </a:r>
          </a:p>
          <a:p>
            <a:r>
              <a:t>pre-registered pilot gate did not pass, so the course has no per-layer result to show.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 in REFERENCES.md; docs/architecture.md §5 (leave one layer 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58 of 72 | S4 Verification | 2.5 min</a:t>
            </a:r>
          </a:p>
          <a:p/>
          <a:p>
            <a:r>
              <a:t>The inner `for flt in filters` loop with the exception branch folded.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59 of 72 | S4 Verification | 4 min</a:t>
            </a:r>
          </a:p>
          <a:p/>
          <a:p>
            <a:r>
              <a:t>Show `S4:blind` in the editor. Section minute 25 falls on this slide: check terminal B for the</a:t>
            </a:r>
          </a:p>
          <a:p>
            <a:r>
              <a:t>show-4 `Cost:` line and terminal C for the final (timing references in the notes of slide 51). Once</a:t>
            </a:r>
          </a:p>
          <a:p>
            <a:r>
              <a:t>show-4 has finished, start the replay for slide 61 in terminal B:</a:t>
            </a:r>
          </a:p>
          <a:p>
            <a:r>
              <a:t>`make replay RUN=ab-20261017-090903-926c02`.</a:t>
            </a:r>
          </a:p>
          <a:p/>
          <a:p>
            <a:r>
              <a:t>Run sheet: docs/instructor-guide.md, Stage 7: S4 Verification, with the final launched (2:50-3:40), "Check at section minute 25".</a:t>
            </a:r>
          </a:p>
          <a:p>
            <a:r>
              <a:t>Source: anchors S4:probe, S4:blind.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60 of 72 | S4 Verification | 3.5 min</a:t>
            </a:r>
          </a:p>
          <a:p/>
          <a:p>
            <a:r>
              <a:t>`names = ...`, the build-phase branch, the clean-state check, and `passed = ...`.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61 of 72 | S4 Verification | 8 min</a:t>
            </a:r>
          </a:p>
          <a:p/>
          <a:p>
            <a:r>
              <a:t>The replayed run: class-profile round, F4, A/B ab-20261017-090903-926c02. Bare arm: build session</a:t>
            </a:r>
          </a:p>
          <a:p>
            <a:r>
              <a:t>ended with claim done after 30 turns, hidden tests 68 of 69, mutants killed 4 of 4, 16 shipped tests.</a:t>
            </a:r>
          </a:p>
          <a:p>
            <a:r>
              <a:t>Harness arm: hidden 68 of 69, mutants 1 of 4; it wrote tests in the test phase for the first time in</a:t>
            </a:r>
          </a:p>
          <a:p>
            <a:r>
              <a:t>any pilot run, and the test-phase filters ran each of its 6 tests 5 times. Say at the filter table:</a:t>
            </a:r>
          </a:p>
          <a:p>
            <a:r>
              <a:t>"The referee-set mutants were never visible to the filters."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README.md §11; Makefile `show-4`, `replay`.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62 of 72 | S4 Verification | 7 min</a:t>
            </a:r>
          </a:p>
          <a:p/>
          <a:p>
            <a:r>
              <a:t>The 4 A/Bs: run 3 (ab-20261016-212252-aa1644, ab-20261016-214151-ca9841, ab-20261016-220010-c5b4bf),</a:t>
            </a:r>
          </a:p>
          <a:p>
            <a:r>
              <a:t>class-profile round (ab-20261017-090903-926c02). Run 3 bare hidden tests 66, 66, 69 of 69 and mutants</a:t>
            </a:r>
          </a:p>
          <a:p>
            <a:r>
              <a:t>killed 4, 0, 3 of 4. On F4 in runs 2 and 3 the harness arm never called `finish`, so its verify gate</a:t>
            </a:r>
          </a:p>
          <a:p>
            <a:r>
              <a:t>never ran; in two of the three run 3 A/Bs the agent time limit cut its test phase. F4 had no run 4 (pilot cap). Post hoc:</a:t>
            </a:r>
          </a:p>
          <a:p>
            <a:r>
              <a:t>chosen after the results, descriptive; runs 2-4 and the live console check, 34 runs per arm.</a:t>
            </a:r>
          </a:p>
          <a:p>
            <a:r>
              <a:t>[[CAPTURE: what make example-4 shows on each console screen, and its wall time | how: make example-4]]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63 of 72 | S4 Verification | 5 min</a:t>
            </a:r>
          </a:p>
          <a:p/>
          <a:p>
            <a:r>
              <a:t>Tie the discussion to A4, F-a-17, and A3, F-a-123.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64 of 72 | Final results | 2 min</a:t>
            </a:r>
          </a:p>
          <a:p/>
          <a:p>
            <a:r>
              <a:t>The final A/B was launched on slide 51 and ran during S4. No run starts here. This is the class's</a:t>
            </a:r>
          </a:p>
          <a:p>
            <a:r>
              <a:t>measurement lesson: one run per arm cannot show a difference; the pilot ran 3 A/Bs per section per</a:t>
            </a:r>
          </a:p>
          <a:p>
            <a:r>
              <a:t>run and still reports "no measurable difference" where the arms tie.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Makefile `final`; README.md §10, §13; final-project/README.md §5.1.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65 of 72 | Final results | 3 min</a:t>
            </a:r>
          </a:p>
          <a:p/>
          <a:p>
            <a:r>
              <a:t>Both arms, side by side.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§11; final-project/README.md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66 of 72 | Final results | 2 min</a:t>
            </a:r>
          </a:p>
          <a:p/>
          <a:p>
            <a:r>
              <a:t>The marks come from trusted data- attributes, not from the agent. In the class-profile round every</a:t>
            </a:r>
          </a:p>
          <a:p>
            <a:r>
              <a:t>board showed "✓ only own-org cards, no duplicates".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 (screen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67 of 72 | Final results | 4 min</a:t>
            </a:r>
          </a:p>
          <a:p/>
          <a:p>
            <a:r>
              <a:t>The fill and stroke lines of the dot plot.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anchor Final:dots; docs/architecture.md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68 of 72 | Final results | 2 min</a:t>
            </a:r>
          </a:p>
          <a:p/>
          <a:p>
            <a:r>
              <a:t>F4: run 3 and the class-profile round (F4 had no run 4). Runs 3 (effort medium) and 4 (effort low),</a:t>
            </a:r>
          </a:p>
          <a:p>
            <a:r>
              <a:t>2026-10-16 to 2026-10-17; class-profile round 2026-10-17 (effort low, Fast tier); 3 A/Bs per section</a:t>
            </a:r>
          </a:p>
          <a:p>
            <a:r>
              <a:t>per run, 1 in the class-profile round; A/B ids in the notes of slides 20, 33, 47, and 62. The</a:t>
            </a:r>
          </a:p>
          <a:p>
            <a:r>
              <a:t>pre-registered gate needed the harness arm ahead in 3 of 4 sections; it was ahead in 0, so the planned</a:t>
            </a:r>
          </a:p>
          <a:p>
            <a:r>
              <a:t>experiment batches (M8: 10 runs per arm and leave-one-layer-out) were not run.</a:t>
            </a:r>
          </a:p>
          <a:p/>
          <a:p>
            <a:r>
              <a:t>Post hoc, descriptive, runs 2-4 and the live console check: the scope layer ran only in F3 and F4</a:t>
            </a:r>
          </a:p>
          <a:p>
            <a:r>
              <a:t>(bare out of scope: F4 6 of 6, F2 3 of 9); tests shipped, median harness 2.5, bare 7.5; arm wall</a:t>
            </a:r>
          </a:p>
          <a:p>
            <a:r>
              <a:t>time, median 302 s against 190 s; agent time limit hit, harness 9 of 34, bare 4 of 34; cost per arm,</a:t>
            </a:r>
          </a:p>
          <a:p>
            <a:r>
              <a:t>median $0.0123 against $0.0103. What to take home: each piece is a bet on what the model cannot do. A1</a:t>
            </a:r>
          </a:p>
          <a:p>
            <a:r>
              <a:t>warns that its own results should "not be assumed to generalize without similar investment"</a:t>
            </a:r>
          </a:p>
          <a:p>
            <a:r>
              <a:t>(F-a-143); the same holds here: one model, one task per section, a few runs per arm.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course pilot runs 2-4 and class-profile round; A1 F-a-143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69 of 72 | Wrap-up | 3 min</a:t>
            </a:r>
          </a:p>
          <a:p/>
          <a:p>
            <a:r>
              <a:t>Learner budgets are course design.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submodules/01-instructions/assignment/README.md to submodules/04-verification/assignment/README.md; Makefile `check-assignment-N`.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70 of 72 | Wrap-up | 2 min</a:t>
            </a:r>
          </a:p>
          <a:p/>
          <a:p>
            <a:r>
              <a:t>The `skill-template` frontmatter from `name` to `license`. The kit copies the AGENTS.md map, the docs/</a:t>
            </a:r>
          </a:p>
          <a:p>
            <a:r>
              <a:t>layout, the state files, the feature list and its schema, house-rule check templates, a sandbox</a:t>
            </a:r>
          </a:p>
          <a:p>
            <a:r>
              <a:t>policy, a CI workflow, and the four skills into `.claude/skills/` and `.agents/skills/`.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B1 in REFERENCES.md; README.md §14; kit/README.md; anchor Final:skill_template.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71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72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164080"/>
            <a:ext cx="11125200" cy="146304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800" b="1">
                <a:solidFill>
                  <a:srgbClr val="0B1F33"/>
                </a:solidFill>
                <a:latin typeface="Calibri"/>
              </a:rPr>
              <a:t>Harness Engineering for Coding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703320"/>
            <a:ext cx="9525000" cy="8001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Calibri"/>
              </a:rPr>
              <a:t>Instructions, state, scope, and verification: what each piece assumes about the model, and how to measure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57962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Module 1 · course repository </a:t>
            </a:r>
            <a:r>
              <a:rPr sz="2100" b="0">
                <a:solidFill>
                  <a:srgbClr val="2C3E50"/>
                </a:solidFill>
                <a:latin typeface="Consolas"/>
              </a:rPr>
              <a:t>shipharness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The problem: four failures to check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Cross-tenant data: an Acme user sees Globex issues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second session that redoes or breaks the first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Edits outside the ticket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agent's own tests pass while the behaviour is wrong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referee checks every run for all four, in both 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Why it happens: four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1: 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2: 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3, side by side: A1 F-a-20; A4 F-a-18, F-a-19; A5 F-a-86; A6 F-a-21 (supplementary)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4: "agents reliably skew positive when grading their own work" (A3, F-a-15); B13 F-b-45, F-b-50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harness encodes assumptions about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47259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A1 on the work: "design environments, specify intent, and build feedback loops" (F-a-02)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A3: "every component in a harness encodes an assumption about what the model can't do on its own" (F-a-124)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Assumptions change with the model: A3 dropped context resets for Opus 4.5 (F-a-69)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Four parts, S1 to S4, plus a sandbox that is identical for both arms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The course's claim: measure each piece, keep what earns its place</a:t>
            </a:r>
          </a:p>
        </p:txBody>
      </p:sp>
      <p:pic>
        <p:nvPicPr>
          <p:cNvPr id="9" name="Picture 8" descr="b5ffc4b1fcfaf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19" y="3787045"/>
            <a:ext cx="9095162" cy="261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shipharness, TeamTrack,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65836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onsolas"/>
              </a:rPr>
              <a:t>shipharness</a:t>
            </a:r>
            <a:r>
              <a:rPr sz="1972" b="0">
                <a:solidFill>
                  <a:srgbClr val="111820"/>
                </a:solidFill>
                <a:latin typeface="Calibri"/>
              </a:rPr>
              <a:t>: run an agent with or without the harness, A/B it, judge it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TeamTrack: multi-tenant issue tracker, orgs Acme and Globex, 25 API operations, 142 visible tests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Console: five screens on keys </a:t>
            </a:r>
            <a:r>
              <a:rPr sz="1972" b="0">
                <a:solidFill>
                  <a:srgbClr val="111820"/>
                </a:solidFill>
                <a:latin typeface="Consolas"/>
              </a:rPr>
              <a:t>1</a:t>
            </a:r>
            <a:r>
              <a:rPr sz="1972" b="0">
                <a:solidFill>
                  <a:srgbClr val="111820"/>
                </a:solidFill>
                <a:latin typeface="Calibri"/>
              </a:rPr>
              <a:t> to </a:t>
            </a:r>
            <a:r>
              <a:rPr sz="1972" b="0">
                <a:solidFill>
                  <a:srgbClr val="111820"/>
                </a:solidFill>
                <a:latin typeface="Consolas"/>
              </a:rPr>
              <a:t>5</a:t>
            </a:r>
            <a:r>
              <a:rPr sz="1972" b="0">
                <a:solidFill>
                  <a:srgbClr val="111820"/>
                </a:solidFill>
                <a:latin typeface="Calibri"/>
              </a:rPr>
              <a:t>, </a:t>
            </a:r>
            <a:r>
              <a:rPr sz="1972" b="0">
                <a:solidFill>
                  <a:srgbClr val="111820"/>
                </a:solidFill>
                <a:latin typeface="Consolas"/>
              </a:rPr>
              <a:t>F</a:t>
            </a:r>
            <a:r>
              <a:rPr sz="1972" b="0">
                <a:solidFill>
                  <a:srgbClr val="111820"/>
                </a:solidFill>
                <a:latin typeface="Calibri"/>
              </a:rPr>
              <a:t> for full screen per arm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72810"/>
            <a:ext cx="11125200" cy="320689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972810"/>
            <a:ext cx="57150" cy="32068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3068060"/>
            <a:ext cx="10858500" cy="305449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def run_and_judge(arm: Arm) -&gt; tuple[AgentRunResult, ScoreRecord]: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result = run_arm(task, specs[arm], deps,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baseline.join()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referee.baseline()  # computed by the thread (or now, if the thread failed)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return result, _judge(referee, specs[arm], result,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try: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with ThreadPoolExecutor(max_workers=2, thread_name_prefix="arm") as pool: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futures = {arm: pool.submit(run_and_judge, arm) for arm in arms}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done = {arm: future.result() for arm, future in futures.items()}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finally: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results = {arm: done[arm][0] for arm in arms}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1987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src/shipharness/ab/demo.py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How we measure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Same agent, model, effort, task, repository, tools, sandbox, turn limit, cost cap; one deterministic referee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R1-R7: the course label for A1's "golden principles" (F-a-99)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primary measure per section, registered before any run; results are counts, never percentages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Registered before the runs: no gap is reported as "no measurable difference on this task with this model"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piece at a time is A3's method: "removing one component at a time" (F-a-125)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Datasets: 60 tasks in six groups, 40 test-generation targets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Check your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doctor</a:t>
            </a:r>
            <a:r>
              <a:rPr sz="2100" b="0">
                <a:solidFill>
                  <a:srgbClr val="111820"/>
                </a:solidFill>
                <a:latin typeface="Calibri"/>
              </a:rPr>
              <a:t> now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 assessment on the bare TeamTrack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gaps it reports: instructions, state, scope, verification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909485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86625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doctor</a:t>
            </a:r>
            <a:r>
              <a:rPr sz="1400" b="0">
                <a:solidFill>
                  <a:srgbClr val="1F2A35"/>
                </a:solidFill>
                <a:latin typeface="Calibri"/>
              </a:rPr>
              <a:t> output and the </a:t>
            </a:r>
            <a:r>
              <a:rPr sz="1400" b="0">
                <a:solidFill>
                  <a:srgbClr val="1F2A35"/>
                </a:solidFill>
                <a:latin typeface="Consolas"/>
              </a:rPr>
              <a:t>harness-setup</a:t>
            </a:r>
            <a:r>
              <a:rPr sz="1400" b="0">
                <a:solidFill>
                  <a:srgbClr val="1F2A35"/>
                </a:solidFill>
                <a:latin typeface="Calibri"/>
              </a:rPr>
              <a:t> assessment of the bare TeamTrack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org-wide issue search; rule at risk: R1 tenant isolation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pilot's trap ticket: a legacy handler without the tenant filter, next to the right pattern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F1 runs on that ticket, how many shipped at least one new R1 violation?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0-1   B) 2-3   C) 4-5   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F1 org-wide issue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show-1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10-18, back on slide 19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F1, live; not an A/B, so it stays out of the comparison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the agent reads the map, then only the documents the ticket needs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arm layers: instructions; the referee still judges the run (R1 probes, hidden tests, mutants)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S1: what the agent knows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83951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why an agent does not apply a rule that exists only outside its context (A1)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Structure knowledge as a short AGENTS.md map into </a:t>
            </a:r>
            <a:r>
              <a:rPr sz="2039" b="0">
                <a:solidFill>
                  <a:srgbClr val="111820"/>
                </a:solidFill>
                <a:latin typeface="Consolas"/>
              </a:rPr>
              <a:t>docs/</a:t>
            </a:r>
            <a:r>
              <a:rPr sz="2039" b="0">
                <a:solidFill>
                  <a:srgbClr val="111820"/>
                </a:solidFill>
                <a:latin typeface="Calibri"/>
              </a:rPr>
              <a:t>, plus one skill with progressive disclosure (B1)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S1 result: R1 and R3 failures with and without the instructions layer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map encodes: the model will not apply a rule it has not been pointed to</a:t>
            </a:r>
          </a:p>
        </p:txBody>
      </p:sp>
      <p:pic>
        <p:nvPicPr>
          <p:cNvPr id="9" name="Picture 8" descr="ecbc1b3b9b118e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814" y="4153967"/>
            <a:ext cx="7818372" cy="22468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Problem: the rule is written down, the agent does not apply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builds </a:t>
            </a:r>
            <a:r>
              <a:rPr sz="2100" b="0">
                <a:solidFill>
                  <a:srgbClr val="111820"/>
                </a:solidFill>
                <a:latin typeface="Consolas"/>
              </a:rPr>
              <a:t>GET /issues</a:t>
            </a:r>
            <a:r>
              <a:rPr sz="2100" b="0">
                <a:solidFill>
                  <a:srgbClr val="111820"/>
                </a:solidFill>
                <a:latin typeface="Calibri"/>
              </a:rPr>
              <a:t>, an org-wide issue search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R1: another org's resource is 404, never 403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rule is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and both arms can read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Nothing is withheld from the bare arm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what is not in context does not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 giant instruction file crowds out the task, the code, and the relevant docs" (A1, F-a-23)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"Too much guidance becomes non-guidance." (A1, F-a-24)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long manual goes stale and cannot be checked mechanically (A1, F-a-25, F-a-26)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Agents copy existing patterns, including uneven ones (A1, F-a-20)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AGENTS.md as a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"roughly 100 lines", "a map", "the table of contents" (A1, F-a-22, F-a-27, F-a-28)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</a:t>
            </a:r>
            <a:r>
              <a:rPr sz="2100" b="0">
                <a:solidFill>
                  <a:srgbClr val="111820"/>
                </a:solidFill>
                <a:latin typeface="Calibri"/>
              </a:rPr>
              <a:t> is the system of record (A1, F-a-29, F-a-30)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A1's layout: ARCHITECTURE.md at the root; SECURITY.md, RELIABILITY.md, QUALITY_SCORE.md, PLANS.md in docs/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Also in docs/: design-docs/, product-specs/, references/ (A1, F-a-30, F-a-31)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Progressive disclosure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Docs: "agents start with a small, stable entry point and are taught where to look next" (A1, F-a-36)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Skills, three tiers: "Metadata (~100 tokens)", "Instructions (&lt; 5000 tokens recommended)", "Resources (as needed)"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Tiers from B1 and B2 (F-b-05, F-b-06)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SKILL.md needs </a:t>
            </a:r>
            <a:r>
              <a:rPr sz="2100" b="0">
                <a:solidFill>
                  <a:srgbClr val="111820"/>
                </a:solidFill>
                <a:latin typeface="Consolas"/>
              </a:rPr>
              <a:t>name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description</a:t>
            </a:r>
            <a:r>
              <a:rPr sz="2100" b="0">
                <a:solidFill>
                  <a:srgbClr val="111820"/>
                </a:solidFill>
                <a:latin typeface="Calibri"/>
              </a:rPr>
              <a:t> (F-b-01 to F-b-04)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Keep the map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 are checked mechanically by linters and CI jobs (A1, F-a-37)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Lint messages that teach: the error carries the fix into the agent's context (A1, F-a-97)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Fairness: the bare arm gets every rule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unit test checks that both forms carry each rule id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"Where to look" table of TeamTrack's AGENTS.md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row: what you are about to do, and the document to read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2155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2155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16915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## Where to look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When you are about to | Read first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|---|---|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add or change an endpoint | `.agents/skills/add-endpoint/SKILL.md` (step by step)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touch a router, service, repository, or model | `ARCHITECTURE.md` (layers, R6)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decide who may see or change data | `docs/SECURITY.md` (R1 tenant isolation, R2 roles)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shape a list, an error, or a status code | `docs/design-docs/api-conventions.md` (R3)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a create endpoint or any write | `docs/RELIABILITY.md` (R4 idempotency, R5 audit)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the database schema | `docs/RELIABILITY.md` (R7 migrations)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issue or project behaviour | `docs/product-specs/teamtrack-base.md`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or run tests | `docs/QUALITY_SCORE.md` (testing, known gaps)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plan a change or check the roadmap | `docs/PLANS.md`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0451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teamtrack/harness/instructions/AGENTS.md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skills, tier 1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catalogue_block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line per skill, name and description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full SKILL.md is never pre-loaded; the agent reads it when the task matches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43516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43516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28276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catalogue_block(self)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skills = self.catalogue()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if not skills: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return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rows = [f"- {s.name}: {s.description} (read {s.path}/SKILL.md to use it)" for s in skills]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"Available skills (load a skill's SKILL.md only when the task needs it):\n"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+ "\n".join(rows)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71811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src/shipharness/runner/skills_loader.py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stable prefix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stable text block: the map, then tier 1 of every skill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documents the map points to are not injected; the agent opens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74320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74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590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agents_md = strip_markers((source / MAP_FILE).read_text(encoding="utf-8")).strip()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blocks = [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"Repository map (AGENTS.md at the workspace root). It points to the documents to read "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"before you change code; open them with read_file when your task needs them.",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agents_md,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]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catalogue = SkillsLoader(source / SKILLS_DIR, workspace_prefix=SKILLS_DIR).catalogue_block()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if catalogue: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blocks.append(catalogue)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return "\n\n".join(blocks)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261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src/shipharness/harness/instructions/router.py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harness in action, and a real run replayed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show-1</a:t>
            </a:r>
            <a:r>
              <a:rPr sz="2100" b="0">
                <a:solidFill>
                  <a:srgbClr val="111820"/>
                </a:solidFill>
                <a:latin typeface="Calibri"/>
              </a:rPr>
              <a:t>, finished: screen 1 shows "primary verdict ready", then the full verdict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1: the map read first, then the documents the ticket needs; screen 3: files read by category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Real run, replayed: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replay RUN=ab-20261016-212252-aa1644</a:t>
            </a:r>
            <a:r>
              <a:rPr sz="2100" b="0">
                <a:solidFill>
                  <a:srgbClr val="111820"/>
                </a:solidFill>
                <a:latin typeface="Calibri"/>
              </a:rPr>
              <a:t> (pilot run 3, F4)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that run the harness arm's change added 3 new R1 violations, and the referee's R1 check listed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8341995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113395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show-1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documents the agent opened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a constructed example, and what the pilot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Constructed example: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example-1</a:t>
            </a:r>
            <a:r>
              <a:rPr sz="2100" b="0">
                <a:solidFill>
                  <a:srgbClr val="111820"/>
                </a:solidFill>
                <a:latin typeface="Calibri"/>
              </a:rPr>
              <a:t>, scripted, no model; CONSTRUCTED EXAMPLE on every screen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It shows the ⚠ other-org marks on a board, which no pilot arm produced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Pilot, any new R1 violation fails: bare 0 of 7 failing, harness 0 of 7 (poll answer: A)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 measurable difference on this task with this model: the bare arm applied R1 without the map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Why: in run 2 every bare arm opened the handbook with its third tool call; no arm copied the legacy handler into a leak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hoc, descriptive (10 runs per arm): done claimed by harness 5, bare 9; median cost $0.0122 against $0.0103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map changed nothing on this ticket. What would have to be true of a model or a ticket for it to earn its place?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what happens when a session ends halfway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F2 comments over two sessions; at risk: continuity and R7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 both arms stopped after 12 turns and restarted with an empty context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those 7 A/Bs, which arms failed the continuity measure?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No arm   B) Only bare arms   C) Only harness arms   D) Some of both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F2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show-2 SESSION_BUDGET=12,38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24-31, back on slide 32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F2, first session 12 turns;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the handoff written at the end of session 1, and session 2 resuming from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arm layers: instructions, state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S2: what the agent remembers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171139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Describe the initializer and coding agents, </a:t>
            </a:r>
            <a:r>
              <a:rPr sz="2039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039" b="0">
                <a:solidFill>
                  <a:srgbClr val="111820"/>
                </a:solidFill>
                <a:latin typeface="Calibri"/>
              </a:rPr>
              <a:t>, the progress file, and git history (A2)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Design an exec plan (A1, A7) and a structured handoff (A3) that let a session resume after a reset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S2 result: redone or lost work and migration-head conflicts after a forced stop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state files encode: a fresh session cannot pick up the work from the repository alone</a:t>
            </a:r>
          </a:p>
        </p:txBody>
      </p:sp>
      <p:pic>
        <p:nvPicPr>
          <p:cNvPr id="9" name="Picture 8" descr="95af242cd901ed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3792" y="4485589"/>
            <a:ext cx="6664416" cy="19152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every session starts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"However, compaction isn’t sufficient." (A2, F-a-54, F-a-55)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What the last session knew must be written down somewhere the next one reads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state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An initializer agent and a coding agent (A2, F-a-49, F-a-52)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(F-a-50) and a progress file (F-a-50, F-a-53); the course names it </a:t>
            </a:r>
            <a:r>
              <a:rPr sz="2100" b="0">
                <a:solidFill>
                  <a:srgbClr val="111820"/>
                </a:solidFill>
                <a:latin typeface="Consolas"/>
              </a:rPr>
              <a:t>progress.md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Git history as state and as a way back (F-a-53, F-a-57)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the initializer is a deterministic harness step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Getting up to speed, and ending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A2's routine: </a:t>
            </a:r>
            <a:r>
              <a:rPr sz="2100" b="0">
                <a:solidFill>
                  <a:srgbClr val="111820"/>
                </a:solidFill>
                <a:latin typeface="Consolas"/>
              </a:rPr>
              <a:t>pwd</a:t>
            </a:r>
            <a:r>
              <a:rPr sz="2100" b="0">
                <a:solidFill>
                  <a:srgbClr val="111820"/>
                </a:solidFill>
                <a:latin typeface="Calibri"/>
              </a:rPr>
              <a:t>, progress and git log, the feature list,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, a basic test (F-a-58 to F-a-62)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"End the session by writing a git commit and progress update." (F-a-63)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Both steps are the same every session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Exec plans and the structured handoff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Exec plans move from active to completed (A1, A7; F-a-34, F-a-35, F-a-45 to F-a-48)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A3's context reset: a fresh agent "combined with a structured handoff" (F-a-65)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course mechanism is the session turn budget, the same for both arms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reset has a price: "orchestration complexity, token overhead, and latency" (A3, F-a-68)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"Opus 4.5 largely removed that behavior on its own, so I was able to drop context resets from this harness entirely." (A3, F-a-69)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init.sh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Migrations first: house rule R7, exactly one head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Then a basic end-to-end test that stops at the first 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166192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166192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150952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migrations (house rule R7: exactly one head)"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heads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upgrade head</a:t>
            </a:r>
          </a:p>
          <a:p>
            <a:pPr algn="l"/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basic end-to-end test: issues, stop at the first failure (full suite: run_visible_tests)"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pytest tests/visible/test_issues.py -x -q --no-header -p no:cacheprovider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94487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src/shipharness/harness/state/assets/init.sh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stop and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resume_text</a:t>
            </a:r>
            <a:r>
              <a:rPr sz="2100" b="0">
                <a:solidFill>
                  <a:srgbClr val="111820"/>
                </a:solidFill>
                <a:latin typeface="Calibri"/>
              </a:rPr>
              <a:t>: extra resume text for the harness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neutral resume sentence comes first, the same for both arms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54831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54831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39591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def resume_text(summary: str, phase: str = "build") -&gt; str: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"""Extra resume text for the harness arm (the neutral resume sentence comes first)."""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text = (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"Start with the Getting up to speed steps before you change code. The structured 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"handoff from the last session is in session-handoff.md."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if phase == "test":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text = f"{text} {TEST_PHASE_FIRST}"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return f"{text} Its machine summary:\n\n{summary[:3000]}" if summary else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83127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src/shipharness/harness/state/lifecycle.py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session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session_entry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log line per session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Index, start and end commit, how the session ended, and a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92550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9255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731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session_entry(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result: SessionResult, files_changed: int, tests: str, claim_summary: str =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"""One log line: index, start/end commit, how the session ended, and a summary."""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entry =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f"- Session {result.index} ({result.phase}): start {result.start_sha[:7] or 'none'},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f"end {result.end_sha[:7] or 'none'}, ended by {result.ended_by} after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f"{result.turns} turns. {files_changed} files changed; visible tests {tests}."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summary = " ".join(mask_keys(claim_summary).split())[:200]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entry + (f' Agent summary: "{summary}"' if summary else "")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20846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src/shipharness/harness/state/progress.py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harness in action, and a real run replayed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show-2</a:t>
            </a:r>
            <a:r>
              <a:rPr sz="2100" b="0">
                <a:solidFill>
                  <a:srgbClr val="111820"/>
                </a:solidFill>
                <a:latin typeface="Calibri"/>
              </a:rPr>
              <a:t>, finished: screen 1 shows the session stop, the handoff, and the resume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state files read at the start of session 2; screen 5: the trace links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Real run, replayed: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replay RUN=ab-20261016-213317-9a0ec1</a:t>
            </a:r>
            <a:r>
              <a:rPr sz="2100" b="0">
                <a:solidFill>
                  <a:srgbClr val="111820"/>
                </a:solidFill>
                <a:latin typeface="Calibri"/>
              </a:rPr>
              <a:t> (pilot run 3, F2)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Its harness arm called </a:t>
            </a:r>
            <a:r>
              <a:rPr sz="2100" b="0">
                <a:solidFill>
                  <a:srgbClr val="111820"/>
                </a:solidFill>
                <a:latin typeface="Consolas"/>
              </a:rPr>
              <a:t>finish(claim="not_done")</a:t>
            </a:r>
            <a:r>
              <a:rPr sz="2100" b="0">
                <a:solidFill>
                  <a:srgbClr val="111820"/>
                </a:solidFill>
                <a:latin typeface="Calibri"/>
              </a:rPr>
              <a:t> after session 1; the build phase ended, session 2 never ran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fix, for both arms: before the last build session, that call ends only the session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8247888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019288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show-2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file session 2 read first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a constructed example, and what the pilot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Constructed example: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example-2</a:t>
            </a:r>
            <a:r>
              <a:rPr sz="2100" b="0">
                <a:solidFill>
                  <a:srgbClr val="111820"/>
                </a:solidFill>
                <a:latin typeface="Calibri"/>
              </a:rPr>
              <a:t>, scripted, no model; CONSTRUCTED EXAMPLE on every screen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Pilot, continuity failure fails: bare 0 of 7, harness 0 of 7 (poll answer: A); no measurable difference on this task with this model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measure cannot fail when session 1 leaves nothing to redo: in runs 3 and 4, 6 of 12 arms built nothing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bare arm found its own state: in run 2 its session 2 ran </a:t>
            </a:r>
            <a:r>
              <a:rPr sz="2100" b="0">
                <a:solidFill>
                  <a:srgbClr val="111820"/>
                </a:solidFill>
                <a:latin typeface="Consolas"/>
              </a:rPr>
              <a:t>git status</a:t>
            </a:r>
            <a:r>
              <a:rPr sz="2100" b="0">
                <a:solidFill>
                  <a:srgbClr val="111820"/>
                </a:solidFill>
                <a:latin typeface="Calibri"/>
              </a:rPr>
              <a:t> in its fourth tool call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hoc, descriptive (9 runs per arm): agent time limit hit, harness 4, bare 0; median wall 361 s against 232 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Class-profile round, with the fix: both arms built the feature, 56 of 56 hidden tests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bare arm found its own state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git status</a:t>
            </a:r>
            <a:r>
              <a:rPr sz="2100" b="0">
                <a:solidFill>
                  <a:srgbClr val="111820"/>
                </a:solidFill>
                <a:latin typeface="Calibri"/>
              </a:rPr>
              <a:t>. Which state file would you keep for this model, and how would you measure it?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a 10-minute break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714625"/>
            <a:ext cx="11125200" cy="685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500" b="1">
                <a:solidFill>
                  <a:srgbClr val="0B1F33"/>
                </a:solidFill>
                <a:latin typeface="Calibri"/>
              </a:rPr>
              <a:t>Break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76625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Back in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288378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265518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return time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F3 idempotency keys; at risk: scope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ticket: "shared middleware is out of scope"; tests in a separate test phase, no app code changes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F3 runs, how many touched a file outside the allowed paths, or changed source in the test phase?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(a) 0-1   (b) 2-3   (c) 4-5   (d)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F3 idempotency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show-3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38-45, back on slide 46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F3;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a blocked or reverted edit with its reason, and the sandbox policy at work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Build, then a test phase; allow lists from the task; shared middleware is off-limits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arm layers: instructions, state, scope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S3: what the agent may change and 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Enforce one feature at a time, allowed paths per phase, and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passes</a:t>
            </a:r>
            <a:r>
              <a:rPr sz="2039" b="0">
                <a:solidFill>
                  <a:srgbClr val="111820"/>
                </a:solidFill>
                <a:latin typeface="Calibri"/>
              </a:rPr>
              <a:t> field only the harness sets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the container limits for both arms and read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039" b="0">
                <a:solidFill>
                  <a:srgbClr val="111820"/>
                </a:solidFill>
                <a:latin typeface="Calibri"/>
              </a:rPr>
              <a:t> event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S3 result: out-of-scope files and source edits during the test phase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scope layer encodes: the agent will change files outside the ticket unless code stops it</a:t>
            </a:r>
          </a:p>
        </p:txBody>
      </p:sp>
      <p:pic>
        <p:nvPicPr>
          <p:cNvPr id="9" name="Picture 8" descr="b2af23761f1747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copied patterns and hard-to-undo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"Codex replicates patterns that already exist in the repository—even uneven or suboptimal ones" (A1, F-a-20)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"(Run this in a container, not your actual machine)"; the agent ran </a:t>
            </a:r>
            <a:r>
              <a:rPr sz="2100" b="0">
                <a:solidFill>
                  <a:srgbClr val="111820"/>
                </a:solidFill>
                <a:latin typeface="Consolas"/>
              </a:rPr>
              <a:t>pkill -9 bash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(F-a-18, F-a-19)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A5: file operations "to the project directory only" (F-a-86)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A6, supplementary: actions "that are difficult to reverse or affect shared systems" (F-a-21)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one feature list, one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feature_list.json</a:t>
            </a:r>
            <a:r>
              <a:rPr sz="2100" b="0">
                <a:solidFill>
                  <a:srgbClr val="111820"/>
                </a:solidFill>
                <a:latin typeface="Calibri"/>
              </a:rPr>
              <a:t> as the source of truth; JSON over Markdown (A2, A5; F-a-78, F-a-81, F-a-85)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field (F-a-79, F-a-82); one feature at a time (F-a-83)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unacceptable to remove or edit tests because this could lead to missing or buggy functionality." (F-a-80)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only the harness sets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,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evidence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testedAt</a:t>
            </a:r>
            <a:r>
              <a:rPr sz="2100" b="0">
                <a:solidFill>
                  <a:srgbClr val="111820"/>
                </a:solidFill>
                <a:latin typeface="Calibri"/>
              </a:rPr>
              <a:t> (A2 F-a-108, A3 F-a-110)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Allowed paths per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 and test phases each have an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patch outside the list is rejected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command's change outside the list is reverted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 reads the reason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Composite citation: A5 F-a-86, F-a-87; A1 F-a-92, F-a-98; A2 F-a-57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1: why a container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76555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"for each agent, a Docker container is spun up", and no internet access (F-a-88, F-a-90)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A5's three-layer security model (F-a-86, F-a-87)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Codex: "By default, the agent runs with network access turned off." (D21-D23)</a:t>
            </a:r>
          </a:p>
        </p:txBody>
      </p:sp>
      <p:pic>
        <p:nvPicPr>
          <p:cNvPr id="9" name="Picture 8" descr="8cbac8dd33bc95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141830"/>
            <a:ext cx="11125200" cy="319714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2: the same limits for both 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--network none</a:t>
            </a:r>
            <a:r>
              <a:rPr sz="2100" b="0">
                <a:solidFill>
                  <a:srgbClr val="111820"/>
                </a:solidFill>
                <a:latin typeface="Calibri"/>
              </a:rPr>
              <a:t>, memory without swap, 256 processes, non-root (D24-D30)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Read-only root; only </a:t>
            </a:r>
            <a:r>
              <a:rPr sz="2100" b="0">
                <a:solidFill>
                  <a:srgbClr val="111820"/>
                </a:solidFill>
                <a:latin typeface="Consolas"/>
              </a:rPr>
              <a:t>/work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/tmp</a:t>
            </a:r>
            <a:r>
              <a:rPr sz="2100" b="0">
                <a:solidFill>
                  <a:srgbClr val="111820"/>
                </a:solidFill>
                <a:latin typeface="Calibri"/>
              </a:rPr>
              <a:t> writable; all capabilities dropped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100" b="0">
                <a:solidFill>
                  <a:srgbClr val="111820"/>
                </a:solidFill>
                <a:latin typeface="Calibri"/>
              </a:rPr>
              <a:t> events carry a reason code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Never an A/B variable, so the pilot cannot tell whether it earns its place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Kept on the sources' advice: a container per agent, no internet (A4, F-a-88, F-a-90); project directory only (A5, F-a-86)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allowed paths and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29082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three </a:t>
            </a:r>
            <a:r>
              <a:rPr sz="2100" b="0">
                <a:solidFill>
                  <a:srgbClr val="111820"/>
                </a:solidFill>
                <a:latin typeface="Consolas"/>
              </a:rPr>
              <a:t>if</a:t>
            </a:r>
            <a:r>
              <a:rPr sz="2100" b="0">
                <a:solidFill>
                  <a:srgbClr val="111820"/>
                </a:solidFill>
                <a:latin typeface="Calibri"/>
              </a:rPr>
              <a:t> checks of </a:t>
            </a:r>
            <a:r>
              <a:rPr sz="2100" b="0">
                <a:solidFill>
                  <a:srgbClr val="111820"/>
                </a:solidFill>
                <a:latin typeface="Consolas"/>
              </a:rPr>
              <a:t>reason()</a:t>
            </a:r>
            <a:r>
              <a:rPr sz="2100" b="0">
                <a:solidFill>
                  <a:srgbClr val="111820"/>
                </a:solidFill>
                <a:latin typeface="Calibri"/>
              </a:rPr>
              <a:t>: harness-only files, state files, the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is set only when the evidence is there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05278"/>
            <a:ext cx="11125200" cy="181279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05278"/>
            <a:ext cx="57150" cy="181279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00528"/>
            <a:ext cx="10858500" cy="166039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rel in HARNESS_ONLY: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HARNESS_ONLY[rel]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self.state_files and any(glob_matches(rel, p) for p in STATE_FILES):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self.allowed is None or any(glob_matches(rel, p) for p in self.allowed):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43712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src/shipharness/harness/scope/guard.py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665726"/>
            <a:ext cx="11125200" cy="1548765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3400" y="4665726"/>
            <a:ext cx="57150" cy="154876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4760976"/>
            <a:ext cx="10858500" cy="139636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evidence is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message = f"passes stays false for {feature['id']}: {why_not}"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[HarnessDecision(kind="note", layer="scope", message=message)]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tested_at = now().astimezone(UTC).strftime("%Y-%m-%dT%H:%M:%SZ")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feature.update(passes=True, evidence=evidence, testedAt=tested_at)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23354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src/shipharness/harness/scope/status.py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sandbox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SandboxPolicy</a:t>
            </a:r>
            <a:r>
              <a:rPr sz="2100" b="0">
                <a:solidFill>
                  <a:srgbClr val="111820"/>
                </a:solidFill>
                <a:latin typeface="Calibri"/>
              </a:rPr>
              <a:t>: identical for both arms in every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Network, CPU, memory, swap, processes, user, root, tmpfs, 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86893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86893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1653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network: str = "none"  # only loopback inside the container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cpus: float = 1.0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memory_mb: int = 1024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swap_mb: int = 0  # --memory-swap equal to --memory: no swap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pids_limit: int = 256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user: str = "1000:1000"  # non-root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read_only_root: bool = True  # writes only to /work (workspace) and /tmp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tmpfs: dict[str, str] = {"/tmp": "rw,nosuid,size=256m"}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cap_drop: tuple[str, ...] = ("ALL",)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no_new_privileges: bool =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5188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src/shipharness/sandbox/policy.py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harness in action, and a real run replayed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show-3</a:t>
            </a:r>
            <a:r>
              <a:rPr sz="2100" b="0">
                <a:solidFill>
                  <a:srgbClr val="111820"/>
                </a:solidFill>
                <a:latin typeface="Calibri"/>
              </a:rPr>
              <a:t>, finished: screen 1 lists blocked or reverted decisions with their reasons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the diff map and any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100" b="0">
                <a:solidFill>
                  <a:srgbClr val="111820"/>
                </a:solidFill>
                <a:latin typeface="Calibri"/>
              </a:rPr>
              <a:t> event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Real run, replayed: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replay RUN=ab-20261016-214151-ca9841</a:t>
            </a:r>
            <a:r>
              <a:rPr sz="2100" b="0">
                <a:solidFill>
                  <a:srgbClr val="111820"/>
                </a:solidFill>
                <a:latin typeface="Calibri"/>
              </a:rPr>
              <a:t> (pilot run 3, F4)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Its bare arm changed 2 files outside the allowed paths; its harness arm, with the scope layer,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8906637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678037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show-3</a:t>
            </a:r>
            <a:r>
              <a:rPr sz="1400" b="0">
                <a:solidFill>
                  <a:srgbClr val="1F2A35"/>
                </a:solidFill>
                <a:latin typeface="Calibri"/>
              </a:rPr>
              <a:t>: blocked or reverted decisions and any </a:t>
            </a:r>
            <a:r>
              <a:rPr sz="1400" b="0">
                <a:solidFill>
                  <a:srgbClr val="1F2A35"/>
                </a:solidFill>
                <a:latin typeface="Consolas"/>
              </a:rPr>
              <a:t>sandbox_denied</a:t>
            </a:r>
            <a:r>
              <a:rPr sz="1400" b="0">
                <a:solidFill>
                  <a:srgbClr val="1F2A35"/>
                </a:solidFill>
                <a:latin typeface="Calibri"/>
              </a:rPr>
              <a:t> event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a constructed example, the sandbox, and what the pilot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Constructed example: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example-3</a:t>
            </a:r>
            <a:r>
              <a:rPr sz="2100" b="0">
                <a:solidFill>
                  <a:srgbClr val="111820"/>
                </a:solidFill>
                <a:latin typeface="Calibri"/>
              </a:rPr>
              <a:t>, scripted, no model; CONSTRUCTED EXAMPLE on every screen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Sandbox moment: no pilot A/B recorded a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100" b="0">
                <a:solidFill>
                  <a:srgbClr val="111820"/>
                </a:solidFill>
                <a:latin typeface="Calibri"/>
              </a:rPr>
              <a:t> event; show the policy printout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Pilot, out-of-scope file or test-phase source edit fails: bare 0 of 7, harness 0 of 7 (poll answer: a); no measurable difference on this task with this model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hoc, F3 (9 runs per arm): harness arms shipped a median of 0 tests against 6; claimed done in 4 against 9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hoc, F4 (all four layers): bare arms left the allowed paths in 6 of 6 runs, harness arms in 0 of 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measure nobody registered for scope: a reason to register it next time, not a result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scope layer's clearest effect showed where it was not the primary measure. How would you register that before the next run?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who decides that the work is done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F4 optimistic concurrency; at stake: hidden tests (69) and referee mutants (4)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run passes only with all 69 hidden tests passing and all 4 mutants killed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pilot's 4 F4 A/Bs, which arm passed more often?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Harness arm   B) Bare arm   C) Both, equally often   D) Neither arm passed once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feature poll follows on slide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Poll: the final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F5 Bulk close: one session of 30 turns; 46 hidden tests, 3 referee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F6 Watchers: two sessions, so a context reset; 54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F7 Labels: two sessions, so a context reset; 64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winner runs as tonight's one live A/B, and the runner-up after it if the session figure allows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 on F4, and the final A/B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show-4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B, then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final FEATURES=&lt;poll winner&gt;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 runs during slides 52-60, back on slide 61; the final returns on slides 64-67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show-4: the harness arm alone on F4; watch the handoffs, the test phase, and the filters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is tonight's one live A/B: both arms, all four layers, blinded reviewer on both diffs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Class profile for both arms; final run cap $0.25 per arm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S4: what proves the work is 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Build verification the agent does not control: filters, mutants, house-rule checks, held-out tests, reviewer, gate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Find the first wrong turn in a trace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a fair A/B: hidden tests passed and mutants caught, as counts per run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gate and filters encode: the agent's "done" and its own tests cannot be trusted</a:t>
            </a:r>
          </a:p>
        </p:txBody>
      </p:sp>
      <p:pic>
        <p:nvPicPr>
          <p:cNvPr id="9" name="Picture 8" descr="c0e2d1ba727a8f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self-grading and visible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"agents reliably skew positive when grading their own work" (A3, F-a-15)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"while every frontier agent saturates the visible suite, reward hacking persists" (B13, F-b-45)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Mostly features that pass alone and fail when combined (B13, F-b-50)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easy to see tests pass and assume the job is done, when this is rarely the case." (A4, F-a-17)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test filters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1-3 from TestGen-LLM: builds, passes reliably, adds coverage (B11, F-b-16 to F-b-22)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Passes reliably: "every one of five executions" (B11, F-b-19); the referee also re-runs shipped tests five times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4 and 5 are course filters: real assertions, no source change in the test phase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test is kept only if it passes every filter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Mutants and hidden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ACH: mutants for the fault of concern, then hardening (B12, F-b-29, F-b-32)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49% of tests that uniquely kill a mutant add no line coverage (F-b-40)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Filter-set and referee-set mutants never overlap (course design)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Hidden tests that compose features (B13, B14; F-b-42 to F-b-44)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441 hidden tests across F1-F7 and controls; 69 for F4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separate evaluator and a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Blinded reviewer with grading criteria (A3, F-a-110 to F-a-112)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Clean-state gate (A2, F-a-84; A4, F-a-127)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 (course label)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A3: "It is worth the cost when the task sits beyond what the current model does reliably solo." (F-a-123)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Measure each piece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trace: find the first wrong turn (A3, F-a-126); screen 5 shows it per arm, as a heuristic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Measure one piece: "removing one component at a time and reviewing what impact it had on the final result." (A3, 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shipharness: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demo-N LAYERS=-&lt;layer&gt;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runs one A/B without that layer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section's A/B tests the stack so far; only taking one piece out tests that piece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filter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proposed test goes through the filters in order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first failure discards it, with a reason; later filters never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96996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969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244596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for flt in filters: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try: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flt.evaluate(cand, ctx)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except Exception as exc:  # noqa: BLE001 - a crashing filter discards, with a reason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result.reason: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result.model_copy(update={"reason": f"filter {flt.number}: no reason"})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results.append(result)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bus is not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bus.publish("test_filter_result", result, run_id=run_id, arm=arm)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result.passed: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break  # discarded: later (more expensive) filters never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79948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src/shipharness/filters/pipeline.py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 tenant probe and blinding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judge</a:t>
            </a:r>
            <a:r>
              <a:rPr sz="2100" b="0">
                <a:solidFill>
                  <a:srgbClr val="111820"/>
                </a:solidFill>
                <a:latin typeface="Calibri"/>
              </a:rPr>
              <a:t>: compare one response with what tenant isolation requires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foreign path must return 404; anything else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09524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0952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94284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def judge(probe: Probe, response: Any, t: Target, home: str, other: str) -&gt; Finding | None: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"""Compare one response with what tenant isolation requires."""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status, body = response.status_code, json_body(response)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ok = 200 &lt;= status &lt; 300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leaked = ok and (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t.adapter.is_foreign(body, other)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or (probe.kind == "anonymous" and t.adapter.is_foreign(body, home))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if probe.kind in ("foreign_path",) or probe.kind.startswith("foreign_param:"):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status != 404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else:  # no_path, foreign_body, anonymous: success itself is the failure (no_path: only leaks)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leaked if probe.kind == "no_path" else 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37819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src/shipharness/checks/r1_tenant.py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38348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Verification the agent does not control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Visible tests, the build-phase checks, the clean-state check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gate passes only if no item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97937"/>
            <a:ext cx="11125200" cy="330194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97937"/>
            <a:ext cx="57150" cy="33019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93187"/>
            <a:ext cx="10858500" cy="314954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names = ["visible tests", *(_ITEM_ORDER if phase == "build" else []), "clean state"]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if phase == "build":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    check_items, check_lines = _check_items(sandbox, cfg, root, on_progress)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    items += sorted(check_items, key=_order)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    lines += check_lines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clean = clean_state_check(sandbox, base_sha, cfg.limit(120))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items.append(clean)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if clean.status == "fail":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    lines.append(f"FAIL clean state: {clean.detail}")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527" b="0">
                <a:solidFill>
                  <a:srgbClr val="111820"/>
                </a:solidFill>
                <a:latin typeface="Consolas"/>
              </a:rPr>
              <a:t>passed = not any(i.status == "fail" for i in items)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01893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src/shipharness/harness/verify/gate.py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harness in action, and a real run replayed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show-4</a:t>
            </a:r>
            <a:r>
              <a:rPr sz="2100" b="0">
                <a:solidFill>
                  <a:srgbClr val="111820"/>
                </a:solidFill>
                <a:latin typeface="Calibri"/>
              </a:rPr>
              <a:t>, finished: screen 1 shows the gate pills ✓ or ✗ and the gate feedback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the filter table with discard reasons, the mutant table, the referee counters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Real run, replayed: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replay RUN=ab-20261017-090903-926c02</a:t>
            </a:r>
            <a:r>
              <a:rPr sz="2100" b="0">
                <a:solidFill>
                  <a:srgbClr val="111820"/>
                </a:solidFill>
                <a:latin typeface="Calibri"/>
              </a:rPr>
              <a:t> (class-profile round, F4)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Its bare arm claimed done with 68 of 69 hidden tests passing; the referee failed the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6553962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6325362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show-4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gate pills and the filter table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a constructed example, and what the pilot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Constructed example: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example-4</a:t>
            </a:r>
            <a:r>
              <a:rPr sz="2100" b="0">
                <a:solidFill>
                  <a:srgbClr val="111820"/>
                </a:solidFill>
                <a:latin typeface="Calibri"/>
              </a:rPr>
              <a:t>, scripted, no model; CONSTRUCTED EXAMPLE on every screen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Pilot, all 69 hidden tests and all 4 mutants: bare 0 of 4 passing, harness 0 of 4 (poll answer: D); no measurable difference on this task with this model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3: every bare arm hit the agent time limit; the harness arms shipped no tests, so killed 0 of 4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Class-profile round: both arms 68 of 69 hidden tests; mutants killed: bare 4, harness 1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hoc, runs 2-4 (34 runs per arm): no done claim came with failing hidden tests (0 of 19 bare, 0 of 10 harness)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class-profile bare arm on slide 61 is the first done claim with a failing hidden test since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one false "done" in 4 pilot F4 runs per arm, from the bare arm. What would a gate need to catch to earn its turns on this model?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the final results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the A/B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89890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poll winner, and the runner-up if it ran; all four layers; class profile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cap $0.25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 pre-registered primary measure: read hidden tests and mutants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A/B is one dot: read it against the pilot's dots</a:t>
            </a:r>
          </a:p>
        </p:txBody>
      </p:sp>
      <p:pic>
        <p:nvPicPr>
          <p:cNvPr id="9" name="Picture 8" descr="8293c489a42b9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885" y="3213354"/>
            <a:ext cx="9434229" cy="27111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570699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547839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terminal C's arm lines and session figure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1: the turns, harness decisions, gate pills, "primary verdict ready"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evidence, filters, mutants, reviewer verdict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5: the first wrong turn and the trace links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7118604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6890004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screens 1, 3, and 5 of the finished final A/B, both arms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2: each arm's running board as an Acme user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Look for ⚠ other-org and ⧉ duplicate marks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4107180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87858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both boards side by side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screen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42417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4: one dot per recorded run, wins and ties alike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Tonight's final adds one dot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Filled dot = passed, hollow = failed: never colour alone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38628"/>
            <a:ext cx="11125200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38628"/>
            <a:ext cx="57150" cy="2340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833878"/>
            <a:ext cx="10858500" cy="218846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fill = f"var(--{arm})" if dot["passed"] else "var(--surface)"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tip = f"{dot['run_id']}: {dot['value']}" + 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 of {dot['total']}" if dot["total"] else ""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parts.append(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f'&lt;circle cx="{x(dot["value"]):.1f}" cy="{y - stack * 10}" r="5" 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f'fill="{fill}" stroke="var(--{arm})" stroke-width="2"&gt;'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f"&lt;title&gt;{html.escape(tip)} ({dot['status']})&lt;/title&gt;&lt;/circle&gt;"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9854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src/shipharness/ab/report.py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6019800"/>
            <a:ext cx="438950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6067425"/>
            <a:ext cx="416090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tonight's final on screen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What the pilot measured: every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2100" b="0">
                <a:solidFill>
                  <a:srgbClr val="2C3E50"/>
                </a:solidFill>
                <a:latin typeface="Calibri"/>
              </a:rPr>
              <a:t>Primary measure, runs passing per arm: pilot runs 3 and 4 and the class-profile 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S1, F1, no new R1 violation: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S2, F2, no continuity failure: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S3, F3, no out-of-scope file or test-phase source edit: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S4, F4, all hidden tests and mutants: bare 0 of 4, harness 0 of 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All four: no measurable difference on this task with this model; the gate did not pass, so the planned larger experiments were not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 (34 runs per arm): outside the allowed paths, harness 0, bare 9; done claimed 10 against 19, none false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Assignments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Instructions: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$2.50 and 150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State and session lifecycle: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$1.50 and 60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Scope and sandbox: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$0.25 and 30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Verification and portfolio: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$1.75 and 120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Each: a brief with grading criteria, a starter folder,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check-assignment-N</a:t>
            </a:r>
            <a:r>
              <a:rPr sz="2100" b="0">
                <a:solidFill>
                  <a:srgbClr val="111820"/>
                </a:solidFill>
                <a:latin typeface="Calibri"/>
              </a:rPr>
              <a:t> offline, one live step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Total ≤ $6 and ≤ 400 traces; Thursday review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Skills and the starter kit to take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2644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assured-tests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house-rules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skill-template</a:t>
            </a:r>
            <a:r>
              <a:rPr sz="2100" b="0">
                <a:solidFill>
                  <a:srgbClr val="111820"/>
                </a:solidFill>
                <a:latin typeface="Calibri"/>
              </a:rPr>
              <a:t>, in the Agent Skills format (B1)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--target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: the kit, with TeamTrack's values and REPLACE markers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--check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lists the markers still to fill; no model calls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Guide: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docs/apply-to-your-repo.md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ending with which layers earn their place in your repository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578858"/>
            <a:ext cx="11125200" cy="1624203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4578858"/>
            <a:ext cx="57150" cy="1624203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4674108"/>
            <a:ext cx="10858500" cy="1471803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name: skill-template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description: &gt;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Starting point for writing a new Agent Skill: frontmatter with the spec's fields and a guide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sections of the body. Use when creating a new skill: copy this folder, rename it, set name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new folder name, and replace every placeholder.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license: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22211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skills/skill-template/SKILL.md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(1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Harness engineering: leveraging Codex in an agent-first world · Ryan Lopopolo, OpenAI · 2026-02-11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Effective harnesses for long-running agents · Justin Young,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Harness design for long-running application development · Prithvi Rajasekaran, Anthropic · 2026-03-24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Building a C compiler with a team of parallel Claudes · Nicholas Carlini, Anthropic · 2026-02-05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 Autonomous Coding Agent Demo (README) ·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 Prompting best practices · Anthropic, Claude docs · living page; A7 Using PLANS.md · Aaron Friel, OpenAI · 2025-10-07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(2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 Agent Skills Specification; B2 What are skills?; B3 How to add skills support · Agent Skills project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B4-B6 agentskills repo and skills-ref; B7 Claude Code skills; B8 Codex skills; B9-B10 Cursor skills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B11 TestGen-LLM · Alshahwan et al., Meta · 2024; B12 ACH · Foster et al., Meta · 2025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B13 SpecBench · Zhao, Srikanth, Wu, Jiang (Weco AI) · 2026; B14 WecoAI/SpecBench repo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B15 (Spec-Bench, speculative decoding) is unrelated and not cited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Harness Engineering for Coding Agents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